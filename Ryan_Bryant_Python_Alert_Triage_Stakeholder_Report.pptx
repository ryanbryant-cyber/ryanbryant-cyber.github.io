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bb388f16be4c77" /><Relationship Type="http://schemas.openxmlformats.org/officeDocument/2006/relationships/extended-properties" Target="/docProps/app.xml" Id="R94fa856fe7bc4bcb" /><Relationship Type="http://schemas.openxmlformats.org/officeDocument/2006/relationships/officeDocument" Target="/ppt/presentation.xml" Id="Rf9cd88a08c9c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51e1f257643ae"/>
  </p:sldMasterIdLst>
  <p:notesMasterIdLst>
    <p:notesMasterId xmlns:r="http://schemas.openxmlformats.org/officeDocument/2006/relationships" r:id="R7c75185e15354d0b"/>
  </p:notesMasterIdLst>
  <p:sldIdLst>
    <p:sldId xmlns:r="http://schemas.openxmlformats.org/officeDocument/2006/relationships" id="256" r:id="R52ed6d0948d64557"/>
    <p:sldId xmlns:r="http://schemas.openxmlformats.org/officeDocument/2006/relationships" id="257" r:id="R0e29cdbe90b34faa"/>
    <p:sldId xmlns:r="http://schemas.openxmlformats.org/officeDocument/2006/relationships" id="258" r:id="R4037af66be274af5"/>
    <p:sldId xmlns:r="http://schemas.openxmlformats.org/officeDocument/2006/relationships" id="259" r:id="Rfb41da7c05084c73"/>
    <p:sldId xmlns:r="http://schemas.openxmlformats.org/officeDocument/2006/relationships" id="260" r:id="R92c2c44c75c644ce"/>
    <p:sldId xmlns:r="http://schemas.openxmlformats.org/officeDocument/2006/relationships" id="261" r:id="R7a56167aa73d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0fb9acdb24252" /><Relationship Type="http://schemas.openxmlformats.org/officeDocument/2006/relationships/slideMaster" Target="/ppt/slideMasters/slideMaster1.xml" Id="R08f51e1f257643ae" /><Relationship Type="http://schemas.openxmlformats.org/officeDocument/2006/relationships/notesMaster" Target="/ppt/notesMasters/notesMaster1.xml" Id="R7c75185e15354d0b" /><Relationship Type="http://schemas.openxmlformats.org/officeDocument/2006/relationships/presProps" Target="/ppt/presProps.xml" Id="Rceed45574276414c" /><Relationship Type="http://schemas.openxmlformats.org/officeDocument/2006/relationships/tableStyles" Target="/ppt/tableStyles.xml" Id="Rbeee0877659b429f" /><Relationship Type="http://schemas.openxmlformats.org/officeDocument/2006/relationships/slide" Target="/ppt/slides/slide1.xml" Id="R52ed6d0948d64557" /><Relationship Type="http://schemas.openxmlformats.org/officeDocument/2006/relationships/slide" Target="/ppt/slides/slide2.xml" Id="R0e29cdbe90b34faa" /><Relationship Type="http://schemas.openxmlformats.org/officeDocument/2006/relationships/slide" Target="/ppt/slides/slide3.xml" Id="R4037af66be274af5" /><Relationship Type="http://schemas.openxmlformats.org/officeDocument/2006/relationships/slide" Target="/ppt/slides/slide4.xml" Id="Rfb41da7c05084c73" /><Relationship Type="http://schemas.openxmlformats.org/officeDocument/2006/relationships/slide" Target="/ppt/slides/slide5.xml" Id="R92c2c44c75c644ce" /><Relationship Type="http://schemas.openxmlformats.org/officeDocument/2006/relationships/slide" Target="/ppt/slides/slide6.xml" Id="R7a56167aa73d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2cd24bbfd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724aed3a24dd2" /><Relationship Type="http://schemas.openxmlformats.org/officeDocument/2006/relationships/notesMaster" Target="/ppt/notesMasters/notesMaster1.xml" Id="R06d71bb1218e49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548fc78644506" /><Relationship Type="http://schemas.openxmlformats.org/officeDocument/2006/relationships/notesMaster" Target="/ppt/notesMasters/notesMaster1.xml" Id="R1e67b2be5f96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7dae7abcf741e6" /><Relationship Type="http://schemas.openxmlformats.org/officeDocument/2006/relationships/notesMaster" Target="/ppt/notesMasters/notesMaster1.xml" Id="R520c431a94804c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7b3db5729458a" /><Relationship Type="http://schemas.openxmlformats.org/officeDocument/2006/relationships/notesMaster" Target="/ppt/notesMasters/notesMaster1.xml" Id="R627245b0484d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c222da0fc4153" /><Relationship Type="http://schemas.openxmlformats.org/officeDocument/2006/relationships/notesMaster" Target="/ppt/notesMasters/notesMaster1.xml" Id="R8efe4e06707f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0832c49c2432a" /><Relationship Type="http://schemas.openxmlformats.org/officeDocument/2006/relationships/notesMaster" Target="/ppt/notesMasters/notesMaster1.xml" Id="R98a1b3149fa747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evidence captured by Ryan Bryant, August 29,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Counts are drawn from triage-summary.json and the corrected execution output.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 defect and correction are documented in correlation-troubleshooting.txt and field diagnostic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screenshots: corrected run, triage summary, and root-cause note.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Operating implications are analyst inferences from the controlled lab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Recommendations are analyst inferences; Python JSON docs: https://docs.python.org/3/library/json.html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83782d578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c51314e37b4cc9" /><Relationship Type="http://schemas.openxmlformats.org/officeDocument/2006/relationships/slideLayout" Target="/ppt/slideLayouts/slideLayout1.xml" Id="Rea4a1a3caed9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a1a3caed9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470f217e34c32" /><Relationship Type="http://schemas.openxmlformats.org/officeDocument/2006/relationships/image" Target="/ppt/media/image.png" Id="R456ea314638e4e71" /><Relationship Type="http://schemas.openxmlformats.org/officeDocument/2006/relationships/notesSlide" Target="/ppt/notesSlides/notesSlide1.xml" Id="R25358d2a21954f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4979d902a4f43" /><Relationship Type="http://schemas.openxmlformats.org/officeDocument/2006/relationships/notesSlide" Target="/ppt/notesSlides/notesSlide2.xml" Id="R379e82b7fc86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4f2c80a684d5a" /><Relationship Type="http://schemas.openxmlformats.org/officeDocument/2006/relationships/notesSlide" Target="/ppt/notesSlides/notesSlide3.xml" Id="R5844b6e0741d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d8786c2a496d" /><Relationship Type="http://schemas.openxmlformats.org/officeDocument/2006/relationships/image" Target="/ppt/media/image2.png" Id="R27b8ed76a2ee40a0" /><Relationship Type="http://schemas.openxmlformats.org/officeDocument/2006/relationships/image" Target="/ppt/media/image3.png" Id="R3090ecd50b3b4b60" /><Relationship Type="http://schemas.openxmlformats.org/officeDocument/2006/relationships/image" Target="/ppt/media/image4.png" Id="Rd47ccc63792046ff" /><Relationship Type="http://schemas.openxmlformats.org/officeDocument/2006/relationships/notesSlide" Target="/ppt/notesSlides/notesSlide4.xml" Id="Re5c119e8c8b3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288e11e494d3b" /><Relationship Type="http://schemas.openxmlformats.org/officeDocument/2006/relationships/notesSlide" Target="/ppt/notesSlides/notesSlide5.xml" Id="R85fad79d1feb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01fc32edc43f1" /><Relationship Type="http://schemas.openxmlformats.org/officeDocument/2006/relationships/notesSlide" Target="/ppt/notesSlides/notesSlide6.xml" Id="R289ce14179ae4e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CF44FE1-06A9-48AE-B374-F4D767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SECURITY AUTOMATION &amp; DATA QUALITY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4AC9E68C-2D51-4C23-B680-9A63794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3F9B40AB-A7A2-44C0-885B-70179E9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D06142-A9B3-41BA-8553-8EA40E0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Python alert triage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732A6-69BB-4294-A1E6-013B37D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normalization and correlation pipeline converted duplicated Suricata/Wazuh records into a reconciled, analyst-ready event set.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411F8D79-3DFD-481B-B970-A54E45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10BC8244-A64D-4DF7-A100-8CC8573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ED4AF8B3-988C-4368-A29F-4CEE3B6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42 raw records normalized into 21 unique events with zero parser errors.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5987091B-4080-4195-9F14-AB07035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ea314638e4e71"/>
          <a:stretch xmlns:a="http://schemas.openxmlformats.org/drawingml/2006/main"/>
        </p:blipFill>
        <p:spPr>
          <a:xfrm xmlns:a="http://schemas.openxmlformats.org/drawingml/2006/main">
            <a:off x="6115050" y="2359402"/>
            <a:ext cx="5429250" cy="1662945"/>
          </a:xfrm>
          <a:prstGeom xmlns:a="http://schemas.openxmlformats.org/drawingml/2006/main" prst="roundRect">
            <a:avLst/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F861073-3DD2-4EF7-8B84-3C3A230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42 raw • 21 unique • 21 mirrored • 0 parser errors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CFEADCC8-877D-4266-BB84-7299832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27916FD-15EC-4756-9F89-6B27C0B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57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7E4F5FCD-E04F-42E2-8B87-6D36F2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A8A3B2-B6E1-4753-962C-D0A223F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Normalization halved duplicate workload without data loss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6902894-FA1F-4FCB-9BBF-BDEE828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lab proved complete parsing, cross-platform field normalization, mirrored-event correlation, and multi-format reporting.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46AB238-6646-4EED-A16E-8FE8FC3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AADCED0-4EDF-4EA9-8B9B-7D439AC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D787D0D-4BFF-4825-93B7-835D4A1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aw-card">
            <a:extLst xmlns:a="http://schemas.openxmlformats.org/drawingml/2006/main">
              <a:ext uri="{FF2B5EF4-FFF2-40B4-BE49-F238E27FC236}">
                <a16:creationId xmlns:a16="http://schemas.microsoft.com/office/drawing/2014/main" id="{EA829DA6-BEBD-4429-BC78-1FE859F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raw-accent">
            <a:extLst xmlns:a="http://schemas.openxmlformats.org/drawingml/2006/main">
              <a:ext uri="{FF2B5EF4-FFF2-40B4-BE49-F238E27FC236}">
                <a16:creationId xmlns:a16="http://schemas.microsoft.com/office/drawing/2014/main" id="{19116D74-D185-4E14-841C-5C6EBA0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stat">
            <a:extLst xmlns:a="http://schemas.openxmlformats.org/drawingml/2006/main">
              <a:ext uri="{FF2B5EF4-FFF2-40B4-BE49-F238E27FC236}">
                <a16:creationId xmlns:a16="http://schemas.microsoft.com/office/drawing/2014/main" id="{48C10571-26BD-48E8-942D-B9FD74F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0" name="raw-label">
            <a:extLst xmlns:a="http://schemas.openxmlformats.org/drawingml/2006/main">
              <a:ext uri="{FF2B5EF4-FFF2-40B4-BE49-F238E27FC236}">
                <a16:creationId xmlns:a16="http://schemas.microsoft.com/office/drawing/2014/main" id="{E42BE372-865E-4025-A94A-D28F2A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raw alert records</a:t>
            </a:r>
          </a:p>
        </p:txBody>
      </p:sp>
      <p:sp>
        <p:nvSpPr>
          <p:cNvPr id="11" name="raw-detail">
            <a:extLst xmlns:a="http://schemas.openxmlformats.org/drawingml/2006/main">
              <a:ext uri="{FF2B5EF4-FFF2-40B4-BE49-F238E27FC236}">
                <a16:creationId xmlns:a16="http://schemas.microsoft.com/office/drawing/2014/main" id="{CD1F2B0D-C4C7-47E4-BCEB-0B4A9BE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Four JSONL inputs contained direct Suricata events and their Wazuh-ingested mirrors.</a:t>
            </a:r>
          </a:p>
        </p:txBody>
      </p:sp>
      <p:sp>
        <p:nvSpPr>
          <p:cNvPr id="12" name="alerts-card">
            <a:extLst xmlns:a="http://schemas.openxmlformats.org/drawingml/2006/main">
              <a:ext uri="{FF2B5EF4-FFF2-40B4-BE49-F238E27FC236}">
                <a16:creationId xmlns:a16="http://schemas.microsoft.com/office/drawing/2014/main" id="{10605384-E21A-4332-99DC-DD1116C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alerts-accent">
            <a:extLst xmlns:a="http://schemas.openxmlformats.org/drawingml/2006/main">
              <a:ext uri="{FF2B5EF4-FFF2-40B4-BE49-F238E27FC236}">
                <a16:creationId xmlns:a16="http://schemas.microsoft.com/office/drawing/2014/main" id="{D09D0123-49B8-49DF-81AA-8A87FC4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erts-stat">
            <a:extLst xmlns:a="http://schemas.openxmlformats.org/drawingml/2006/main">
              <a:ext uri="{FF2B5EF4-FFF2-40B4-BE49-F238E27FC236}">
                <a16:creationId xmlns:a16="http://schemas.microsoft.com/office/drawing/2014/main" id="{CDECF06F-15B1-41D8-A694-8FFE282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5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4C51684E-4039-4E52-B238-7293D2C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unique events</a:t>
            </a:r>
          </a:p>
        </p:txBody>
      </p:sp>
      <p:sp>
        <p:nvSpPr>
          <p:cNvPr id="16" name="alerts-detail">
            <a:extLst xmlns:a="http://schemas.openxmlformats.org/drawingml/2006/main">
              <a:ext uri="{FF2B5EF4-FFF2-40B4-BE49-F238E27FC236}">
                <a16:creationId xmlns:a16="http://schemas.microsoft.com/office/drawing/2014/main" id="{62517443-E8AC-4EC5-84B4-8DFD03D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Twenty ICMP events and one custom HTTP event remained after correlation.</a:t>
            </a:r>
          </a:p>
        </p:txBody>
      </p:sp>
      <p:sp>
        <p:nvSpPr>
          <p:cNvPr id="17" name="rules-card">
            <a:extLst xmlns:a="http://schemas.openxmlformats.org/drawingml/2006/main">
              <a:ext uri="{FF2B5EF4-FFF2-40B4-BE49-F238E27FC236}">
                <a16:creationId xmlns:a16="http://schemas.microsoft.com/office/drawing/2014/main" id="{8B3BFDC9-ED68-4D03-98CC-E38867E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30712E81-A3EC-4BB4-895D-969E85E6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s-stat">
            <a:extLst xmlns:a="http://schemas.openxmlformats.org/drawingml/2006/main">
              <a:ext uri="{FF2B5EF4-FFF2-40B4-BE49-F238E27FC236}">
                <a16:creationId xmlns:a16="http://schemas.microsoft.com/office/drawing/2014/main" id="{205B75DA-AB4D-4F23-8C34-1A88445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rules-label">
            <a:extLst xmlns:a="http://schemas.openxmlformats.org/drawingml/2006/main">
              <a:ext uri="{FF2B5EF4-FFF2-40B4-BE49-F238E27FC236}">
                <a16:creationId xmlns:a16="http://schemas.microsoft.com/office/drawing/2014/main" id="{85521899-C033-4128-A9D1-72B4248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parser errors</a:t>
            </a:r>
          </a:p>
        </p:txBody>
      </p:sp>
      <p:sp>
        <p:nvSpPr>
          <p:cNvPr id="21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6A4ECBD5-F2DA-4141-8270-534A6C6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Every input line was accounted for; no malformed records were silently discarded.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7A7AF704-9920-48B8-8E96-82B34AC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3548F2A9-A849-42BB-B1F2-E0FF0F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31F4D4C5-0B1E-40EC-9D38-0985C42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1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corrected pipeline reduced analyst-facing volume by 50% while preserving every underlying event and its source provenance.</a:t>
            </a:r>
          </a:p>
        </p:txBody>
      </p:sp>
    </p:spTree>
    <p:extLst>
      <p:ext uri="{BB962C8B-B14F-4D97-AF65-F5344CB8AC3E}">
        <p14:creationId xmlns:p14="http://schemas.microsoft.com/office/powerpoint/2010/main" val="11086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CB2E42D-9DC9-4F62-9B3C-6FD4606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DETECTION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D472FD-DBB3-41B5-A00F-A91089C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A data defect became a more trustworthy correlation pipeline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A915AFC-EE78-4E14-920E-8850E70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workflow exposed, diagnosed, corrected, and verified a cross-platform representation mismatch.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0048F133-0128-440E-B67A-68DDA54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C248636-B6F5-4C84-A5ED-39669DB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FEA83E2-4E24-4D6E-A762-42156D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D82CF10-7A57-4CF4-BE61-1D8B3A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C0BADFFE-897D-4A32-8ECE-5742E4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910247FC-D990-4792-9CDE-809164A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D638F246-F090-45E8-90DC-DC33067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Parse &amp; normalize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B97BD3A0-639D-41F0-A4C9-2C4225B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Read four JSONL files, mapped both source schemas, standardized types, and quarantined parsing failures explicitly.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B0D8F2A1-0695-49CC-B730-2EA8B57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EDE803D5-3F87-452E-8F30-707F070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E1BE6DAB-6858-4D7F-80A6-BA335CF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Diagnose &amp; correlate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E745A114-4667-4919-BFBE-27BB35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A field comparison found integer flow_id versus a string ending in .000000; normalization restored stable identifiers.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4EB195DC-5F10-43EB-9766-4715F95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F3588D2E-F1A0-4B84-8597-CFACD5D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A1DB87B8-9E3C-4C4F-8FB0-32A6C04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Prioritize &amp; report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D9CE5ADA-3040-4207-BD47-507AC7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script produced 21 correlated events, priority counts, signature totals, six outputs, and a verified hash manifest.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03F693B7-AAB8-4091-A3E0-F5B2B5D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FFBB8D8C-FD17-45C5-A7B6-DC0C60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raw counts, unique counts, mirrors, priorities, signatures, and parser errors were reconciled before the run was accepted.</a:t>
            </a:r>
          </a:p>
        </p:txBody>
      </p:sp>
    </p:spTree>
    <p:extLst>
      <p:ext uri="{BB962C8B-B14F-4D97-AF65-F5344CB8AC3E}">
        <p14:creationId xmlns:p14="http://schemas.microsoft.com/office/powerpoint/2010/main" val="2843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6FB0601A-3A58-4B27-B1F5-727376C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E48303E-F124-41B2-BA86-563BD54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37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evidence proves the defect, correction, and reconciled outcome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E973D22-5C13-4F6F-9D08-C96B92B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Execution, summary, and troubleshooting artifacts show how the result was obtained—not only the final number.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0CA1FFB-EDE3-4F2F-A348-A10406B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4EBD8BF-1387-48CF-9D0B-EA4C520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389627C-FDF7-4EB9-B9E6-DE4F135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hits-frame">
            <a:extLst xmlns:a="http://schemas.openxmlformats.org/drawingml/2006/main">
              <a:ext uri="{FF2B5EF4-FFF2-40B4-BE49-F238E27FC236}">
                <a16:creationId xmlns:a16="http://schemas.microsoft.com/office/drawing/2014/main" id="{B387D65E-ABB9-4060-9844-E1530EC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483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8ed76a2ee40a0"/>
          <a:stretch xmlns:a="http://schemas.openxmlformats.org/drawingml/2006/main"/>
        </p:blipFill>
        <p:spPr>
          <a:xfrm xmlns:a="http://schemas.openxmlformats.org/drawingml/2006/main">
            <a:off x="419100" y="2863455"/>
            <a:ext cx="5372100" cy="1645440"/>
          </a:xfrm>
          <a:prstGeom xmlns:a="http://schemas.openxmlformats.org/drawingml/2006/main" prst="roundRect">
            <a:avLst/>
          </a:prstGeom>
        </p:spPr>
      </p:pic>
      <p:sp>
        <p:nvSpPr>
          <p:cNvPr id="9" name="hits-caption">
            <a:extLst xmlns:a="http://schemas.openxmlformats.org/drawingml/2006/main">
              <a:ext uri="{FF2B5EF4-FFF2-40B4-BE49-F238E27FC236}">
                <a16:creationId xmlns:a16="http://schemas.microsoft.com/office/drawing/2014/main" id="{BAB9801B-9180-4A9D-8A3E-9E1280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Corrected run • 42 raw • 21 unique • 21 mirrors • 0 errors</a:t>
            </a:r>
          </a:p>
        </p:txBody>
      </p:sp>
      <p:sp>
        <p:nvSpPr>
          <p:cNvPr id="10" name="success-rule-frame">
            <a:extLst xmlns:a="http://schemas.openxmlformats.org/drawingml/2006/main">
              <a:ext uri="{FF2B5EF4-FFF2-40B4-BE49-F238E27FC236}">
                <a16:creationId xmlns:a16="http://schemas.microsoft.com/office/drawing/2014/main" id="{B6CCBE43-B11A-494F-A0A5-FAC2FF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56578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0ecd50b3b4b60"/>
          <a:stretch xmlns:a="http://schemas.openxmlformats.org/drawingml/2006/main"/>
        </p:blipFill>
        <p:spPr>
          <a:xfrm xmlns:a="http://schemas.openxmlformats.org/drawingml/2006/main">
            <a:off x="8052689" y="1954681"/>
            <a:ext cx="1858772" cy="1786587"/>
          </a:xfrm>
          <a:prstGeom xmlns:a="http://schemas.openxmlformats.org/drawingml/2006/main" prst="roundRect">
            <a:avLst/>
          </a:prstGeom>
        </p:spPr>
      </p:pic>
      <p:sp>
        <p:nvSpPr>
          <p:cNvPr id="12" name="success-caption">
            <a:extLst xmlns:a="http://schemas.openxmlformats.org/drawingml/2006/main">
              <a:ext uri="{FF2B5EF4-FFF2-40B4-BE49-F238E27FC236}">
                <a16:creationId xmlns:a16="http://schemas.microsoft.com/office/drawing/2014/main" id="{5636E3F7-F25F-4DEF-84EC-BDC0B40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triage-summary.json • reconciled sources, priorities, signatures</a:t>
            </a:r>
          </a:p>
        </p:txBody>
      </p:sp>
      <p:sp>
        <p:nvSpPr>
          <p:cNvPr id="13" name="command-rule-frame">
            <a:extLst xmlns:a="http://schemas.openxmlformats.org/drawingml/2006/main">
              <a:ext uri="{FF2B5EF4-FFF2-40B4-BE49-F238E27FC236}">
                <a16:creationId xmlns:a16="http://schemas.microsoft.com/office/drawing/2014/main" id="{B7588CB8-14A1-4FA1-BC3C-6ADE3E4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6578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ccc63792046ff"/>
          <a:stretch xmlns:a="http://schemas.openxmlformats.org/drawingml/2006/main"/>
        </p:blipFill>
        <p:spPr>
          <a:xfrm xmlns:a="http://schemas.openxmlformats.org/drawingml/2006/main">
            <a:off x="7969735" y="4343400"/>
            <a:ext cx="2024679" cy="1428750"/>
          </a:xfrm>
          <a:prstGeom xmlns:a="http://schemas.openxmlformats.org/drawingml/2006/main" prst="roundRect">
            <a:avLst/>
          </a:prstGeom>
        </p:spPr>
      </p:pic>
      <p:sp>
        <p:nvSpPr>
          <p:cNvPr id="15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7D0E54F6-48CE-4FC7-8FC4-F2ACBCE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Root cause • integer flow_id vs string ending .000000</a:t>
            </a:r>
          </a:p>
        </p:txBody>
      </p:sp>
    </p:spTree>
    <p:extLst>
      <p:ext uri="{BB962C8B-B14F-4D97-AF65-F5344CB8AC3E}">
        <p14:creationId xmlns:p14="http://schemas.microsoft.com/office/powerpoint/2010/main" val="5886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6059D533-AF39-4FB8-BB16-915013E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RISK AND OPERATING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54553C-ED43-4D97-B6A8-C8E2549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Data normalization improved signal quality and analyst efficiency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EEEBBF8-784D-4994-B3F5-6E64EB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exercise validates a controlled batch workflow, not enterprise streaming performance or production severity logic.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6E9B202-281A-4D13-A1D3-17F834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B152FB4-D7B1-4AB6-A54E-CAD8B0F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A698F23-54D9-44F8-AC5E-7E8453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40C3DB81-AAC5-4C6E-8938-0260FD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383C680A-AB26-44DA-9F77-C871BD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ANALYST VALUE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2C29079B-8FAF-4DCB-8E67-D54E285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Duplicate work was removed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30698E5F-5C26-4B26-BC6D-E1E0C3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Mirrored records stayed traceable but no longer inflated the unique event queue.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C7B91995-040E-41DF-B226-F26D799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668D1B8E-2AF5-408D-BAAF-2B208B6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521CD996-4559-435E-B829-315F856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Representation was standardized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F9BCEE65-93D6-4577-88A0-A585575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Equivalent flow IDs became equal only after type and formatting normalization.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DE3C646C-0A85-4067-A7BC-BC426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04AAD93E-AA4D-40BD-A7E0-4B8BAE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EVIDENCE CONFIDENCE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C68C2ED5-E93E-4CFF-8EB4-7F12665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No records disappeared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22824B79-B106-4464-8210-8E67FA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Explicit parser-error output, source provenance, reconciled counts, and SHA-256 checks supported trust.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A3161B1F-2006-4BEB-883F-F6A5543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0AA27802-F194-4E7C-BD4F-B87B6D4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1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Limit: the 42-record batch does not establish streaming throughput, large-scale memory behavior, production severity governance, or schema stability over time.</a:t>
            </a:r>
          </a:p>
        </p:txBody>
      </p:sp>
    </p:spTree>
    <p:extLst>
      <p:ext uri="{BB962C8B-B14F-4D97-AF65-F5344CB8AC3E}">
        <p14:creationId xmlns:p14="http://schemas.microsoft.com/office/powerpoint/2010/main" val="1504036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3A3F0F0B-434A-4D27-850B-A9364B3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96F5DD6-FB54-4F5D-AB52-6DFC829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Operationalize the triage automation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A1EFB08-27C0-4206-85D5-5F218E1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strengthen regression protection, schema governance, supportability, and controlled tuning.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E6074FD8-5BAC-42F0-828B-CB00442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CC2312F-C03A-413A-B2C8-6F479F2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PYTHON ALERT TRIAGE • STAKEHOLDER REPORT  •  Ryan Bryant  •  August 29,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1BB881A-E3D6-4030-85E8-7FA9197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280EFF1-9496-4FC9-B80E-00539D1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09C78E1E-CDDE-40BE-9A83-ACF4D65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AEAAFD96-4478-42AC-8767-5099F6F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Regression tests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39EA846B-2692-4B90-AAA9-663E75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Test numeric/string equivalents, missing fields, malformed JSON, and correlation edge cases.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9EFB90A0-EE9A-403A-B287-B4F4FA9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353C0AB1-73BB-4079-B689-7D8C519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B8DC18CA-A4FD-4DBF-A325-62EDCE3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5F05EEBB-97DC-4CDA-AE37-FF3B80C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Schema versioning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B80B771-1DA4-459D-9D44-20387AD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Document and version the canonical field model and correlation-key definition.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D7AA68A8-3815-4D36-B6C5-6D41210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8C000330-52DB-4B63-9ACF-58F0563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087FC2FC-A5DC-4A38-955C-FCB8D93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5EC59FD6-59EA-4665-B7D5-078758C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Run telemetry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B44680AE-D150-4C3A-A486-C76CEB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Add structured logs, run identifiers, input manifests, and health metrics for scheduled execution.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0075F3CC-AF20-4141-8A01-29B3921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829B5B47-CBE8-420F-B213-D392799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268BF5D2-287F-4851-B209-51ED830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9ECCA97-2D58-403B-B2E1-D253A66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Govern triage rules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1B100479-D7F1-4B15-ADF0-43C472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Move priority logic into reviewed configuration with documented owners and tuning history.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3E3D6020-D1FD-46D4-9DB9-25C92D6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705CB56D-3C80-4330-BD1A-47BC7F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advance the pipeline to a scheduled pilot after adding automated tests, schema versioning, and run-health telemetry.</a:t>
            </a:r>
          </a:p>
        </p:txBody>
      </p:sp>
    </p:spTree>
    <p:extLst>
      <p:ext uri="{BB962C8B-B14F-4D97-AF65-F5344CB8AC3E}">
        <p14:creationId xmlns:p14="http://schemas.microsoft.com/office/powerpoint/2010/main" val="141679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2026-08-29T20:11:05.9990000Z</dcterms:created>
  <dcterms:modified xsi:type="dcterms:W3CDTF">2026-08-29T20:11:05.9990000Z</dcterms:modified>
</coreProperties>
</file>