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c2e634badf4979" /><Relationship Type="http://schemas.openxmlformats.org/officeDocument/2006/relationships/extended-properties" Target="/docProps/app.xml" Id="R520abadee7a54ca9" /><Relationship Type="http://schemas.openxmlformats.org/officeDocument/2006/relationships/officeDocument" Target="/ppt/presentation.xml" Id="R455333fd0b14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81b193b70403b"/>
  </p:sldMasterIdLst>
  <p:notesMasterIdLst>
    <p:notesMasterId xmlns:r="http://schemas.openxmlformats.org/officeDocument/2006/relationships" r:id="Re8ba54d7bd9b483a"/>
  </p:notesMasterIdLst>
  <p:sldIdLst>
    <p:sldId xmlns:r="http://schemas.openxmlformats.org/officeDocument/2006/relationships" id="256" r:id="R6fa56470ce674674"/>
    <p:sldId xmlns:r="http://schemas.openxmlformats.org/officeDocument/2006/relationships" id="257" r:id="R8894bb2b479f4eda"/>
    <p:sldId xmlns:r="http://schemas.openxmlformats.org/officeDocument/2006/relationships" id="258" r:id="R7f993e446e8f44a1"/>
    <p:sldId xmlns:r="http://schemas.openxmlformats.org/officeDocument/2006/relationships" id="259" r:id="Rc67307bc10624942"/>
    <p:sldId xmlns:r="http://schemas.openxmlformats.org/officeDocument/2006/relationships" id="260" r:id="Rda98760f0b7b4942"/>
    <p:sldId xmlns:r="http://schemas.openxmlformats.org/officeDocument/2006/relationships" id="261" r:id="R88527d93733c42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a73a466c92405a" /><Relationship Type="http://schemas.openxmlformats.org/officeDocument/2006/relationships/slideMaster" Target="/ppt/slideMasters/slideMaster1.xml" Id="Reeb81b193b70403b" /><Relationship Type="http://schemas.openxmlformats.org/officeDocument/2006/relationships/notesMaster" Target="/ppt/notesMasters/notesMaster1.xml" Id="Re8ba54d7bd9b483a" /><Relationship Type="http://schemas.openxmlformats.org/officeDocument/2006/relationships/presProps" Target="/ppt/presProps.xml" Id="Re60137a7b4064729" /><Relationship Type="http://schemas.openxmlformats.org/officeDocument/2006/relationships/tableStyles" Target="/ppt/tableStyles.xml" Id="R411eaa25770a4d5c" /><Relationship Type="http://schemas.openxmlformats.org/officeDocument/2006/relationships/slide" Target="/ppt/slides/slide1.xml" Id="R6fa56470ce674674" /><Relationship Type="http://schemas.openxmlformats.org/officeDocument/2006/relationships/slide" Target="/ppt/slides/slide2.xml" Id="R8894bb2b479f4eda" /><Relationship Type="http://schemas.openxmlformats.org/officeDocument/2006/relationships/slide" Target="/ppt/slides/slide3.xml" Id="R7f993e446e8f44a1" /><Relationship Type="http://schemas.openxmlformats.org/officeDocument/2006/relationships/slide" Target="/ppt/slides/slide4.xml" Id="Rc67307bc10624942" /><Relationship Type="http://schemas.openxmlformats.org/officeDocument/2006/relationships/slide" Target="/ppt/slides/slide5.xml" Id="Rda98760f0b7b4942" /><Relationship Type="http://schemas.openxmlformats.org/officeDocument/2006/relationships/slide" Target="/ppt/slides/slide6.xml" Id="R88527d93733c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8d75995167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48d5f97284de3" /><Relationship Type="http://schemas.openxmlformats.org/officeDocument/2006/relationships/notesMaster" Target="/ppt/notesMasters/notesMaster1.xml" Id="R524269c2194644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2a36245834b95" /><Relationship Type="http://schemas.openxmlformats.org/officeDocument/2006/relationships/notesMaster" Target="/ppt/notesMasters/notesMaster1.xml" Id="R3c1e44a47ad544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9ea8bab78f43bd" /><Relationship Type="http://schemas.openxmlformats.org/officeDocument/2006/relationships/notesMaster" Target="/ppt/notesMasters/notesMaster1.xml" Id="Re1eabe9ccb6f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bd8d3a9b14092" /><Relationship Type="http://schemas.openxmlformats.org/officeDocument/2006/relationships/notesMaster" Target="/ppt/notesMasters/notesMaster1.xml" Id="R5b276f559edf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4f98f6fad3430b" /><Relationship Type="http://schemas.openxmlformats.org/officeDocument/2006/relationships/notesMaster" Target="/ppt/notesMasters/notesMaster1.xml" Id="R975d20535e80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b5c7017754170" /><Relationship Type="http://schemas.openxmlformats.org/officeDocument/2006/relationships/notesMaster" Target="/ppt/notesMasters/notesMaster1.xml" Id="R0416e7f1ff39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https://documentation.wazuh.com/current/user-manual/ruleset/rules/custom.html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https://ubuntu.com/server/docs/how-to/security/firewalls/</a:t>
            </a:r>
          </a:p>
          <a:p xmlns:a="http://schemas.openxmlformats.org/drawingml/2006/main">
            <a:r>
              <a:t>- https://nmap.org/book/man-port-scanning-basics.html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https://ubuntu.com/server/docs/how-to/security/firewalls/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https://documentation.wazuh.com/current/user-manual/ruleset/rules/custom.html</a:t>
            </a:r>
          </a:p>
          <a:p xmlns:a="http://schemas.openxmlformats.org/drawingml/2006/main">
            <a:r>
              <a:t>- https://nmap.org/book/man-port-scanning-basics.html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https://nmap.org/book/man-port-scanning-basics.html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https://ubuntu.com/server/docs/how-to/security/firewalls/</a:t>
            </a:r>
          </a:p>
          <a:p xmlns:a="http://schemas.openxmlformats.org/drawingml/2006/main">
            <a:r>
              <a:t>- https://documentation.wazuh.com/current/user-manual/ruleset/rules/custom.html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f90d9668d49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cb791965c4dd3" /><Relationship Type="http://schemas.openxmlformats.org/officeDocument/2006/relationships/slideLayout" Target="/ppt/slideLayouts/slideLayout1.xml" Id="R57bfbcaefeb4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fbcaefeb4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95c4814524e44" /><Relationship Type="http://schemas.openxmlformats.org/officeDocument/2006/relationships/image" Target="/ppt/media/image.png" Id="Rd8827dcefdcd4985" /><Relationship Type="http://schemas.openxmlformats.org/officeDocument/2006/relationships/notesSlide" Target="/ppt/notesSlides/notesSlide1.xml" Id="R921263c9cebc4c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13079ce454672" /><Relationship Type="http://schemas.openxmlformats.org/officeDocument/2006/relationships/notesSlide" Target="/ppt/notesSlides/notesSlide2.xml" Id="Ra76dbd337ed74e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830080c4243c6" /><Relationship Type="http://schemas.openxmlformats.org/officeDocument/2006/relationships/notesSlide" Target="/ppt/notesSlides/notesSlide3.xml" Id="Rb43e6f2dc4b846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45a3d1cd54c68" /><Relationship Type="http://schemas.openxmlformats.org/officeDocument/2006/relationships/image" Target="/ppt/media/image2.png" Id="R65b9410dd69a45bf" /><Relationship Type="http://schemas.openxmlformats.org/officeDocument/2006/relationships/image" Target="/ppt/media/image3.png" Id="Rb6b618c6fd3a4fd3" /><Relationship Type="http://schemas.openxmlformats.org/officeDocument/2006/relationships/image" Target="/ppt/media/image4.png" Id="R646aae0aa56f4b34" /><Relationship Type="http://schemas.openxmlformats.org/officeDocument/2006/relationships/notesSlide" Target="/ppt/notesSlides/notesSlide4.xml" Id="Rccbb4bb1c76840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95c0f43a246e7" /><Relationship Type="http://schemas.openxmlformats.org/officeDocument/2006/relationships/notesSlide" Target="/ppt/notesSlides/notesSlide5.xml" Id="R70faa1ac767443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c7738a71f4a69" /><Relationship Type="http://schemas.openxmlformats.org/officeDocument/2006/relationships/notesSlide" Target="/ppt/notesSlides/notesSlide6.xml" Id="Rdaa516103c1449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1AFA844-A161-4048-904D-2BF6A7AD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SOC RESPONSE EXERCISE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66441F07-776B-451E-8963-277590D5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F6D9046F-18C6-494B-88E6-86EC9D32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6DF4E5-C3A8-49BF-84E7-F16F63E0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16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77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Targeted network isolation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30D8C9-8DBF-4C9E-85C5-32EE214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source-specific UFW containment action blocked the simulated scanner while trusted HTTP access remained available.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C1ACCB41-2E88-455D-BD42-46412B8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8D952AAB-4FCD-4D94-973D-87CE1E8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0E814EB3-A6A1-4783-97C9-40CC7F48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No compromise, outage, or data disclosure confirmed.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221C795A-9F68-4025-8107-62A1C493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27dcefdcd4985"/>
          <a:srcRect xmlns:a="http://schemas.openxmlformats.org/drawingml/2006/main" l="10463" t="0" r="104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514350"/>
            <a:ext cx="5429250" cy="5353050"/>
          </a:xfrm>
          <a:prstGeom xmlns:a="http://schemas.openxmlformats.org/drawingml/2006/main" prst="roundRect">
            <a:avLst>
              <a:gd name="adj" fmla="val 1423"/>
            </a:avLst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D604F211-957C-4107-A489-B59AA07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rule 100100 • level 7 • source 10.10.10.5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1F1DD95B-DFE1-4925-AC84-AB542E8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C0EA2FD-8BB7-4EA5-AFB9-60769B6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7640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4CB49555-9423-4F7C-924E-E375D591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E2670EA-335A-44E5-B1A5-B29465A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Containment worked without interrupting trusted service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4B64A87-FB4F-4C7E-A971-011303B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response was narrow, reversible, and validated from both blocked and authorized network locations.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6B641CD-8A56-4079-8568-CB7A2683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91AB5504-11A7-41AC-A7F6-C7E118D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C32076F7-7A0C-4EE3-A72A-39A9298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orts-card">
            <a:extLst xmlns:a="http://schemas.openxmlformats.org/drawingml/2006/main">
              <a:ext uri="{FF2B5EF4-FFF2-40B4-BE49-F238E27FC236}">
                <a16:creationId xmlns:a16="http://schemas.microsoft.com/office/drawing/2014/main" id="{3C165DD2-54B2-42B7-A3C0-E475A49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ports-accent">
            <a:extLst xmlns:a="http://schemas.openxmlformats.org/drawingml/2006/main">
              <a:ext uri="{FF2B5EF4-FFF2-40B4-BE49-F238E27FC236}">
                <a16:creationId xmlns:a16="http://schemas.microsoft.com/office/drawing/2014/main" id="{A0F3873B-598E-4DAA-AAC0-E507A8C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orts-stat">
            <a:extLst xmlns:a="http://schemas.openxmlformats.org/drawingml/2006/main">
              <a:ext uri="{FF2B5EF4-FFF2-40B4-BE49-F238E27FC236}">
                <a16:creationId xmlns:a16="http://schemas.microsoft.com/office/drawing/2014/main" id="{04DD7187-DC1C-447E-8485-7468FD0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ports-label">
            <a:extLst xmlns:a="http://schemas.openxmlformats.org/drawingml/2006/main">
              <a:ext uri="{FF2B5EF4-FFF2-40B4-BE49-F238E27FC236}">
                <a16:creationId xmlns:a16="http://schemas.microsoft.com/office/drawing/2014/main" id="{9FC4639F-D6F9-4E22-8F68-207F1DB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tested ports filtered</a:t>
            </a:r>
          </a:p>
        </p:txBody>
      </p:sp>
      <p:sp>
        <p:nvSpPr>
          <p:cNvPr id="11" name="ports-detail">
            <a:extLst xmlns:a="http://schemas.openxmlformats.org/drawingml/2006/main">
              <a:ext uri="{FF2B5EF4-FFF2-40B4-BE49-F238E27FC236}">
                <a16:creationId xmlns:a16="http://schemas.microsoft.com/office/drawing/2014/main" id="{743F0AF8-9640-4E10-BF77-CC096768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TCP 22, 80, and 8080 were unreachable from 10.10.10.5 after isolation.</a:t>
            </a:r>
          </a:p>
        </p:txBody>
      </p:sp>
      <p:sp>
        <p:nvSpPr>
          <p:cNvPr id="12" name="http-card">
            <a:extLst xmlns:a="http://schemas.openxmlformats.org/drawingml/2006/main">
              <a:ext uri="{FF2B5EF4-FFF2-40B4-BE49-F238E27FC236}">
                <a16:creationId xmlns:a16="http://schemas.microsoft.com/office/drawing/2014/main" id="{A76CC3F3-A1AF-4BDC-8DF6-CDE5F285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http-accent">
            <a:extLst xmlns:a="http://schemas.openxmlformats.org/drawingml/2006/main">
              <a:ext uri="{FF2B5EF4-FFF2-40B4-BE49-F238E27FC236}">
                <a16:creationId xmlns:a16="http://schemas.microsoft.com/office/drawing/2014/main" id="{B1D9A361-C3D4-4E24-A8A0-03BB4F2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ttp-stat">
            <a:extLst xmlns:a="http://schemas.openxmlformats.org/drawingml/2006/main">
              <a:ext uri="{FF2B5EF4-FFF2-40B4-BE49-F238E27FC236}">
                <a16:creationId xmlns:a16="http://schemas.microsoft.com/office/drawing/2014/main" id="{13548340-9D33-4C44-97FC-C19A6AC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http-label">
            <a:extLst xmlns:a="http://schemas.openxmlformats.org/drawingml/2006/main">
              <a:ext uri="{FF2B5EF4-FFF2-40B4-BE49-F238E27FC236}">
                <a16:creationId xmlns:a16="http://schemas.microsoft.com/office/drawing/2014/main" id="{BC21505A-FABA-49DC-B819-43F0181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authorized HTTP retained</a:t>
            </a:r>
          </a:p>
        </p:txBody>
      </p:sp>
      <p:sp>
        <p:nvSpPr>
          <p:cNvPr id="16" name="http-detail">
            <a:extLst xmlns:a="http://schemas.openxmlformats.org/drawingml/2006/main">
              <a:ext uri="{FF2B5EF4-FFF2-40B4-BE49-F238E27FC236}">
                <a16:creationId xmlns:a16="http://schemas.microsoft.com/office/drawing/2014/main" id="{0313AA99-9F79-4AD8-A01D-A538BDA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Wazuh server continued to receive a successful web response.</a:t>
            </a:r>
          </a:p>
        </p:txBody>
      </p:sp>
      <p:sp>
        <p:nvSpPr>
          <p:cNvPr id="17" name="files-card">
            <a:extLst xmlns:a="http://schemas.openxmlformats.org/drawingml/2006/main">
              <a:ext uri="{FF2B5EF4-FFF2-40B4-BE49-F238E27FC236}">
                <a16:creationId xmlns:a16="http://schemas.microsoft.com/office/drawing/2014/main" id="{B1849F78-68E4-403D-B669-DD3AF666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files-accent">
            <a:extLst xmlns:a="http://schemas.openxmlformats.org/drawingml/2006/main">
              <a:ext uri="{FF2B5EF4-FFF2-40B4-BE49-F238E27FC236}">
                <a16:creationId xmlns:a16="http://schemas.microsoft.com/office/drawing/2014/main" id="{EFE10D55-D0E8-4B50-81B6-9BB7D91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les-stat">
            <a:extLst xmlns:a="http://schemas.openxmlformats.org/drawingml/2006/main">
              <a:ext uri="{FF2B5EF4-FFF2-40B4-BE49-F238E27FC236}">
                <a16:creationId xmlns:a16="http://schemas.microsoft.com/office/drawing/2014/main" id="{4337F306-8ADA-4E37-8E8A-F3E59872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files-label">
            <a:extLst xmlns:a="http://schemas.openxmlformats.org/drawingml/2006/main">
              <a:ext uri="{FF2B5EF4-FFF2-40B4-BE49-F238E27FC236}">
                <a16:creationId xmlns:a16="http://schemas.microsoft.com/office/drawing/2014/main" id="{760181AB-0A6D-42B7-B548-741EB99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evidence files verified</a:t>
            </a:r>
          </a:p>
        </p:txBody>
      </p:sp>
      <p:sp>
        <p:nvSpPr>
          <p:cNvPr id="21" name="files-detail">
            <a:extLst xmlns:a="http://schemas.openxmlformats.org/drawingml/2006/main">
              <a:ext uri="{FF2B5EF4-FFF2-40B4-BE49-F238E27FC236}">
                <a16:creationId xmlns:a16="http://schemas.microsoft.com/office/drawing/2014/main" id="{51B7D1DB-AB92-42D6-92CF-18B5866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Every collected artifact passed SHA-256 verification.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3EF12F85-856A-47B3-B0DA-D5F2FF3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C57B061A-4337-41CD-93CD-3D45625E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8AC7EDBA-FDBE-4278-A22A-EDF2481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blocked source lost access to the tested services, while an authorized system remained online. The temporary rule was then removed and normal reachability restored.</a:t>
            </a:r>
          </a:p>
        </p:txBody>
      </p:sp>
    </p:spTree>
    <p:extLst>
      <p:ext uri="{BB962C8B-B14F-4D97-AF65-F5344CB8AC3E}">
        <p14:creationId xmlns:p14="http://schemas.microsoft.com/office/powerpoint/2010/main" val="22997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B015EF4-0022-4FDD-B403-E4161F31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ACTIVITY TIMELINE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90D9B18-4A07-45FA-B4AA-67F6259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Detect, contain, validate, recover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61EEDA0-1A62-4017-8187-30E9B83E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Each phase produced observable evidence before the analyst advanced to the next action.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9D7C42F6-379C-487F-A3B4-8AC9C317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4EFE87DD-5716-48A9-9121-39C0A539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6407B905-363F-4DD5-930D-9EE4453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1E7D5B9E-553D-4EB2-8997-9E95087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6C3D1797-65B4-47F6-BEFD-F4C0C27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59182404-9902-4364-8D83-20AD03A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907C3EE4-FD10-4452-93A1-712A06A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 &amp; triage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CCB9686A-796C-40EC-881F-D8AAE72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recorded repeated UFW blocks under rule 100100 at level 7; source and destination fields were confirmed.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4E29CA9C-87A4-45C7-A541-E0DB61A6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5A3BBA9C-9CE7-40B9-AE2D-F92CB3E6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3BC1B974-ABE9-420E-A3C0-8C574A6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Isolate source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ABCE0547-0B42-4EF7-A4F1-D2F7212E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A logged deny rule for 10.10.10.5 was inserted at position 1 ahead of normal SSH and Apache allowances.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73CFC415-0ED0-41D8-810E-E79C11B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701748F2-E09C-4875-A0E1-AF73B66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168C8B1E-DFC2-4D68-8FBF-8379A84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Validate &amp; recover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F30F59C8-B7AC-41C1-827F-3B97C7CE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Blocked-source tests, trusted HTTP 200, continued telemetry, rollback, and hash verification closed the exercise.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66A09A5-4BB3-4865-A011-27DD83A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4318F10B-9594-4F66-982F-9E354136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the analyst validated trusted service availability before declaring containment successful.</a:t>
            </a:r>
          </a:p>
        </p:txBody>
      </p:sp>
    </p:spTree>
    <p:extLst>
      <p:ext uri="{BB962C8B-B14F-4D97-AF65-F5344CB8AC3E}">
        <p14:creationId xmlns:p14="http://schemas.microsoft.com/office/powerpoint/2010/main" val="66113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3E4F19BB-7F87-4CB3-84E8-7406205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D20B111-7DF7-4FD0-AA86-EA1A2AC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record supports both enforcement and continuity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865DBFFA-1C7F-43A1-9E7C-FD90BDF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Key screenshots link the SIEM alert, firewall action, and independent post-isolation test.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4F7B2CD4-0E4E-4DDE-9D5D-E9E88A22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AD2B436A-D7AB-4F62-967A-DD23BF6C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2C832974-7718-4726-989E-87BE25FE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wazuh-detect-frame">
            <a:extLst xmlns:a="http://schemas.openxmlformats.org/drawingml/2006/main">
              <a:ext uri="{FF2B5EF4-FFF2-40B4-BE49-F238E27FC236}">
                <a16:creationId xmlns:a16="http://schemas.microsoft.com/office/drawing/2014/main" id="{B00AF85E-F3A9-4FDB-95E9-C2D5A71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102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9410dd69a45bf"/>
          <a:stretch xmlns:a="http://schemas.openxmlformats.org/drawingml/2006/main"/>
        </p:blipFill>
        <p:spPr>
          <a:xfrm xmlns:a="http://schemas.openxmlformats.org/drawingml/2006/main">
            <a:off x="984751" y="1943100"/>
            <a:ext cx="4202698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9" name="wazuh-caption">
            <a:extLst xmlns:a="http://schemas.openxmlformats.org/drawingml/2006/main">
              <a:ext uri="{FF2B5EF4-FFF2-40B4-BE49-F238E27FC236}">
                <a16:creationId xmlns:a16="http://schemas.microsoft.com/office/drawing/2014/main" id="{F6E69303-1D8D-431B-98AC-0FDE40D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Detection: rule 100100, level 7, SRC 10.10.10.5 → DST 10.10.10.4</a:t>
            </a:r>
          </a:p>
        </p:txBody>
      </p:sp>
      <p:sp>
        <p:nvSpPr>
          <p:cNvPr id="10" name="ufw-rule-frame">
            <a:extLst xmlns:a="http://schemas.openxmlformats.org/drawingml/2006/main">
              <a:ext uri="{FF2B5EF4-FFF2-40B4-BE49-F238E27FC236}">
                <a16:creationId xmlns:a16="http://schemas.microsoft.com/office/drawing/2014/main" id="{A1BF8AF9-02A3-4097-8BB1-7B1DFFA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5695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618c6fd3a4fd3"/>
          <a:stretch xmlns:a="http://schemas.openxmlformats.org/drawingml/2006/main"/>
        </p:blipFill>
        <p:spPr>
          <a:xfrm xmlns:a="http://schemas.openxmlformats.org/drawingml/2006/main">
            <a:off x="6153150" y="2077683"/>
            <a:ext cx="5619750" cy="1369134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2" name="ufw-caption">
            <a:extLst xmlns:a="http://schemas.openxmlformats.org/drawingml/2006/main">
              <a:ext uri="{FF2B5EF4-FFF2-40B4-BE49-F238E27FC236}">
                <a16:creationId xmlns:a16="http://schemas.microsoft.com/office/drawing/2014/main" id="{89E03591-4BC2-49E7-9B1E-7F8454F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Action: source deny rule placed first</a:t>
            </a:r>
          </a:p>
        </p:txBody>
      </p:sp>
      <p:sp>
        <p:nvSpPr>
          <p:cNvPr id="13" name="post-scan-frame">
            <a:extLst xmlns:a="http://schemas.openxmlformats.org/drawingml/2006/main">
              <a:ext uri="{FF2B5EF4-FFF2-40B4-BE49-F238E27FC236}">
                <a16:creationId xmlns:a16="http://schemas.microsoft.com/office/drawing/2014/main" id="{61190976-4288-4DA4-92A5-D227CA1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56959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aae0aa56f4b34"/>
          <a:stretch xmlns:a="http://schemas.openxmlformats.org/drawingml/2006/main"/>
        </p:blipFill>
        <p:spPr>
          <a:xfrm xmlns:a="http://schemas.openxmlformats.org/drawingml/2006/main">
            <a:off x="6153150" y="4183781"/>
            <a:ext cx="5619750" cy="1538438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5" name="scan-caption">
            <a:extLst xmlns:a="http://schemas.openxmlformats.org/drawingml/2006/main">
              <a:ext uri="{FF2B5EF4-FFF2-40B4-BE49-F238E27FC236}">
                <a16:creationId xmlns:a16="http://schemas.microsoft.com/office/drawing/2014/main" id="{A0D6268B-D9FD-4AEE-8D9F-BD93F808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483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Validation: TCP 22 / 80 / 8080 filtered</a:t>
            </a:r>
          </a:p>
        </p:txBody>
      </p:sp>
    </p:spTree>
    <p:extLst>
      <p:ext uri="{BB962C8B-B14F-4D97-AF65-F5344CB8AC3E}">
        <p14:creationId xmlns:p14="http://schemas.microsoft.com/office/powerpoint/2010/main" val="335318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1957787B-433C-4A8A-A895-257F478D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BUSINESS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457B7DD-319C-4531-9F4D-490FCFF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Security improved without a general service outage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C4026D6C-E6CB-4AFF-A1F1-DDD57665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Observed facts are separated from conclusions the exercise did not establish.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8DCBEBD5-ED21-41B7-B97B-0767CDA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D130EA26-1CEF-43A9-81C3-A12D1CE2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85A1F6D6-689C-468F-AC4F-B3CC517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F4AFEB0C-2EF9-43E8-8015-B3A347B0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B55AB570-6831-487A-9423-17268075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7CAD005B-4D51-42EC-B643-FB263B9B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HTTP remained available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23CBCA23-155A-471A-94A8-9AD052B2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An authorized request from 10.10.10.3 returned status 200 during containment.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0E3F41C1-654D-4FD2-B8EA-A0D59B9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057418DD-1DB0-4F32-B3AA-FBB967D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C836CD5E-43DF-43BD-8AB7-FF7F931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tested source was blocked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4497FE3B-BDCD-4DDD-B91B-D672309B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simulated scanner saw TCP 22, 80, and 8080 as filtered after the rule change.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CC1975BF-2230-4168-A2CF-6DC8519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D037E1FB-4130-42B9-87D4-CA451E73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BF988004-4D8D-4413-8ECF-C44F7B8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No compromise was proven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8B0CE6B0-2C07-42D4-BB99-9BA7B6E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lab generated reconnaissance only; it did not demonstrate exploitation, persistence, or data loss.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F8D649F1-2241-493E-99B4-43C13A1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A50AD32C-234A-4A7A-A3F5-57C3C65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Residual risk: a production implementation would need time-bound rules, approvals, redundant network paths, and broader telemetry correlation.</a:t>
            </a:r>
          </a:p>
        </p:txBody>
      </p:sp>
    </p:spTree>
    <p:extLst>
      <p:ext uri="{BB962C8B-B14F-4D97-AF65-F5344CB8AC3E}">
        <p14:creationId xmlns:p14="http://schemas.microsoft.com/office/powerpoint/2010/main" val="69895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DB69EF57-C32B-47E3-842E-94E0B691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01F841-4B0E-4F66-B21D-AE5E3A7F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Turn a successful lab control into a governed response pattern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A7D68EF1-C9C3-4296-B092-84C9E98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focus on minimizing disruption, increasing detection confidence, and preserving auditable evidence.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9C2479DD-C581-4627-AD27-3576356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E3F88C94-0EA2-4DE1-A671-F93BFB5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NETWORK ISOLATION • STAKEHOLDER RECAP  •  Ryan Bryant  •  August 26,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848065F7-0DDC-400F-A846-2319E79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14E0FFB-8EBF-4550-8F01-DE1F9A39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696618FC-5EC0-489F-BCFB-B3824AE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DC38490C-512A-4796-A539-6D45C3B4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Time-bound response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82B4E6B6-CAF4-46A9-911C-60805326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Use source-specific active-response rules with explicit approval, expiration, and rollback controls.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6174AF5B-7DE7-4C97-96F5-63614098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C221EB35-4570-493A-9A99-2BC70EAC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063C8D9E-34D6-4F1B-9329-2A2127D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CFACDE15-8601-4B49-A573-8CCE178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Stronger correlation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8BB3AFE-66AE-4CC5-81DC-3AAB03D1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Join UFW blocks with authentication, endpoint, and asset-criticality telemetry before escalating severity.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07E0F7D0-E5C8-4BFD-AFF8-42516D1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6D61D36C-234C-4C17-8BB7-5755793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9BDBE28F-6198-4CBA-8FD9-CDE4D82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2067941D-EE7D-4414-A119-8D3687F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Dual-path validation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01796ECE-C2D2-4BD9-91A3-012F301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Test every containment action from at least one blocked location and one trusted service path.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C0986839-C3E4-4BD6-9F0E-8623E96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D6B2B1C5-16DD-4F8C-A1D0-4D9C0C5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5C6FD60E-4F97-4BF6-9284-774127B2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6D1160E9-3B69-44EE-B80F-D167BF1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Evidence governance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60EDD11B-04E1-4B29-8016-BFFD68B6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Retain rule-change records, timestamps, and SHA-256 manifests with the incident record.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A64ABACE-D85A-4770-862C-CF0F657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35893457-7A8A-48ED-92B1-0A75320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adopt the workflow as a repeatable tabletop and automate evidence collection before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1174743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2026-08-26T21:40:54.5930000Z</dcterms:created>
  <dcterms:modified xsi:type="dcterms:W3CDTF">2026-08-26T21:40:54.5930000Z</dcterms:modified>
</coreProperties>
</file>